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60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F31A74-980F-5185-D725-9A4D8D9E0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0475468-9764-B50D-A57A-5BBED40A2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C0746A-FECF-53E8-9A21-8FC94692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DE4E89-E17B-A42C-584A-C6BC3C0A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19838E-3A8D-21D3-01B3-F00EB094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984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5C3ED1-54B8-0611-5ACE-CD13CB123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8A5B5B-EF30-1A72-3E1B-73850ADB3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861960-EB99-82DB-7F2A-0FDA9FAF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FEA127-589D-1E25-D157-97E46FC69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4F503C-F4D5-89C3-19B7-F2560EEE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529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51F040-4A8D-1C1B-941D-9845354D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FAB191-3D84-9580-86F0-62B17542B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555058-68DC-2C2E-F462-3F4D9866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60E4EA-38FA-B13B-3DC2-9DFCCA8A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0C47B6-460F-98EA-C47A-ACA64932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11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D69673-0AC3-06C3-97D3-359667EFB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90058A-9432-72C4-EBB3-1DD53C729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7ADD96-9DEB-8278-6568-5436B1DF5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169E24-0F32-8507-22D0-FFA2FB44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BB5B52-0B42-A0E6-5008-CC00BDBBE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F170C8-5E1E-E861-4570-38F03D1B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947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4864EC-A18A-BB4D-92E8-782DD1968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CD1162-C146-4D05-FBFF-BD1D16E42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F768F4-9ECA-E2E3-A357-90A647056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44DC71-CA7F-EBDF-86C9-467FD4020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C46A6C-DA40-9C7C-47A4-E1ED5D9F0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ADACF10-D64B-E792-81AE-DF1BC179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695DFEE-8D9D-4A06-B660-65E682E9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0747720-E441-0CCB-38B1-B4AFB11D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70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719FBF-38F4-5C2F-4960-09AA66E7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05F2A7-B58A-4A80-8E9B-23662584D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5DB74AF-2F3D-67AF-C0BB-5B4EDA47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09DFBAA-D581-93A5-136C-66C27E10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65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F73C55-2545-9319-FFE5-E54386A90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1B740D0-4FC6-B513-0040-7E1F02C79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1C105A-F218-7454-908C-3101D7A4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358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60C7F7-7B93-BE0F-5ED0-60A38404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128DB0-6A89-95D4-71DD-9B498362E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CDAB418-FB2E-E472-5D06-958FAFC33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C73B45-106C-C3C4-13C1-B00718CF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9D37A9-4DC7-F1E4-DFE0-42BC818DA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94F41A-1D70-E4B3-191C-5137B851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377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F8ED5C-ADF3-14BC-CFF3-1900C7782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BEE0AEF-1D6E-4CEF-7EBB-3A1E5896F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2493B6-541B-88B3-0380-3876E817E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D4050A-568E-706C-C4B0-69D00D8C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988597-34BD-9986-E326-5DDE9911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6C7764-5521-B820-8D7A-E63E619A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55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CA3112-6358-08B7-DF5A-B0D7FBB80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3B062B-2DFE-0FA5-9ABC-277C501AD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FE7FE4-6DC9-6E23-B8B8-2D04A06A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34B81C-B2FA-B307-7BA6-CCC25CFF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67F252-33A5-B18E-0290-E49BE93E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93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56BB53D-E31D-3448-7515-7DE0C3853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C0C3D1-9CB7-D2F7-E573-E6C01B228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6D287C-5328-D348-4BD6-0191AC48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26DEB9-E397-8A61-AFF0-B5503B19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718D66-C142-A3FD-6669-4A350247B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22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3CD6B7A-D41E-8AA2-A111-9E8BE82F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84398E-092E-A276-80E2-8AFA7AE27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3A7860-B083-5D94-068C-D0CE24745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17496-7513-4550-B99D-EDB605816E4C}" type="datetimeFigureOut">
              <a:rPr kumimoji="1" lang="ja-JP" altLang="en-US" smtClean="0"/>
              <a:t>2026/6/3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7435C3-8C14-E3BE-BAE0-225E0CC92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C800D1-44FA-6BE1-3FC6-06E26CFFA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1C56B-BED8-41E6-831F-A356C0D60E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58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C1C1033-BAC5-9BE0-E4E5-2DAAF5A42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楕円 6">
            <a:extLst>
              <a:ext uri="{FF2B5EF4-FFF2-40B4-BE49-F238E27FC236}">
                <a16:creationId xmlns:a16="http://schemas.microsoft.com/office/drawing/2014/main" id="{044E6DA5-4555-373A-FE09-FE9C3FAE1F7B}"/>
              </a:ext>
            </a:extLst>
          </p:cNvPr>
          <p:cNvSpPr/>
          <p:nvPr/>
        </p:nvSpPr>
        <p:spPr>
          <a:xfrm>
            <a:off x="2604654" y="3521364"/>
            <a:ext cx="792018" cy="7920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45E1FF93-4EE7-AF0E-9B44-CE49FA7B4E0C}"/>
              </a:ext>
            </a:extLst>
          </p:cNvPr>
          <p:cNvSpPr/>
          <p:nvPr/>
        </p:nvSpPr>
        <p:spPr>
          <a:xfrm>
            <a:off x="2604654" y="2720108"/>
            <a:ext cx="420255" cy="4202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935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FE67476-9386-FEA0-12E9-4BD2B89B7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3" t="24844" r="2718" b="64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楕円 7">
            <a:extLst>
              <a:ext uri="{FF2B5EF4-FFF2-40B4-BE49-F238E27FC236}">
                <a16:creationId xmlns:a16="http://schemas.microsoft.com/office/drawing/2014/main" id="{1859D487-0C81-6800-E465-ED40077755A2}"/>
              </a:ext>
            </a:extLst>
          </p:cNvPr>
          <p:cNvSpPr/>
          <p:nvPr/>
        </p:nvSpPr>
        <p:spPr>
          <a:xfrm>
            <a:off x="6567054" y="436419"/>
            <a:ext cx="792018" cy="7920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1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一色　潤</dc:creator>
  <cp:lastModifiedBy>一色　潤</cp:lastModifiedBy>
  <cp:revision>2</cp:revision>
  <dcterms:created xsi:type="dcterms:W3CDTF">2026-06-03T06:37:07Z</dcterms:created>
  <dcterms:modified xsi:type="dcterms:W3CDTF">2026-06-03T06:38:55Z</dcterms:modified>
</cp:coreProperties>
</file>